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javascri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4445"/>
            <a:ext cx="1221232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altLang="en-US" dirty="0"/>
              <a:t>Variável é um nome qualquer ao qual se atribui um valor ou dado. Uma variável pode ser de muitos tipos, tais como: </a:t>
            </a:r>
            <a:r>
              <a:rPr lang="pt-BR" altLang="en-US" dirty="0" err="1"/>
              <a:t>string</a:t>
            </a:r>
            <a:r>
              <a:rPr lang="pt-BR" altLang="en-US" dirty="0"/>
              <a:t>, número inteiro, um número com casas decimais, um </a:t>
            </a:r>
            <a:r>
              <a:rPr lang="pt-BR" altLang="en-US" dirty="0" err="1"/>
              <a:t>array</a:t>
            </a:r>
            <a:r>
              <a:rPr lang="pt-BR" altLang="en-US" dirty="0"/>
              <a:t>, objeto. Elas também são conhecidas como identificadores.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Variáveis e constantes são os elementos básicos que um programa manipula. Uma variável é um espaço reservado na memória do computador para armazenar um tipo de dado determinado. Variáveis devem receber nomes para poderem ser referenciadas e modificadas quando necessário. Muitas linguagens de programação exigem que os programas contenham declarações que especificam de que tipo são as variáveis que ele utilizará e as vezes um valor inicial. Tipos podem ser por exemplo: inteiros, reais, caracteres, etc. As expressões combinam variáveis e constantes para calcular novos valores.</a:t>
            </a:r>
          </a:p>
        </p:txBody>
      </p:sp>
    </p:spTree>
    <p:extLst>
      <p:ext uri="{BB962C8B-B14F-4D97-AF65-F5344CB8AC3E}">
        <p14:creationId xmlns:p14="http://schemas.microsoft.com/office/powerpoint/2010/main" val="130392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 - Tipos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char: </a:t>
            </a:r>
            <a:r>
              <a:rPr lang="pt-BR" dirty="0" err="1"/>
              <a:t>Caracter</a:t>
            </a:r>
            <a:r>
              <a:rPr lang="pt-BR" dirty="0"/>
              <a:t>: O valor armazenado é um caractere. </a:t>
            </a:r>
            <a:r>
              <a:rPr lang="pt-BR" dirty="0" err="1"/>
              <a:t>Caracateres</a:t>
            </a:r>
            <a:r>
              <a:rPr lang="pt-BR" dirty="0"/>
              <a:t> geralmente são armazenados em códigos (usualmente o código ASCII).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int</a:t>
            </a:r>
            <a:r>
              <a:rPr lang="pt-BR" dirty="0"/>
              <a:t>: Número inteiro é o tipo padrão e o tamanho do conjunto que pode ser representado normalmente depende da máquina em que o programa está rodando.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float</a:t>
            </a:r>
            <a:r>
              <a:rPr lang="pt-BR" dirty="0"/>
              <a:t>: Número em ponto flutuante de precisão simples. São conhecidos normalmente como números reais.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double</a:t>
            </a:r>
            <a:r>
              <a:rPr lang="pt-BR" dirty="0"/>
              <a:t>: Número em ponto flutuante de precisão dupla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String</a:t>
            </a:r>
            <a:r>
              <a:rPr lang="pt-BR" dirty="0"/>
              <a:t>: Cadeia de caracteres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Bolean</a:t>
            </a:r>
            <a:r>
              <a:rPr lang="pt-BR" dirty="0"/>
              <a:t>: </a:t>
            </a:r>
            <a:r>
              <a:rPr lang="pt-BR" dirty="0" err="1"/>
              <a:t>True|False</a:t>
            </a:r>
            <a:r>
              <a:rPr lang="pt-BR" dirty="0"/>
              <a:t> =&gt; Verdadeiro Falso</a:t>
            </a:r>
          </a:p>
        </p:txBody>
      </p:sp>
    </p:spTree>
    <p:extLst>
      <p:ext uri="{BB962C8B-B14F-4D97-AF65-F5344CB8AC3E}">
        <p14:creationId xmlns:p14="http://schemas.microsoft.com/office/powerpoint/2010/main" val="281160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 - Tipos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char: </a:t>
            </a:r>
            <a:r>
              <a:rPr lang="pt-BR" dirty="0" err="1"/>
              <a:t>Caracter</a:t>
            </a:r>
            <a:r>
              <a:rPr lang="pt-BR" dirty="0"/>
              <a:t>: O valor armazenado é um caractere. </a:t>
            </a:r>
            <a:r>
              <a:rPr lang="pt-BR" dirty="0" err="1"/>
              <a:t>Caracateres</a:t>
            </a:r>
            <a:r>
              <a:rPr lang="pt-BR" dirty="0"/>
              <a:t> geralmente são armazenados em códigos (usualmente o código ASCII).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int</a:t>
            </a:r>
            <a:r>
              <a:rPr lang="pt-BR" dirty="0"/>
              <a:t>: Número inteiro é o tipo padrão e o tamanho do conjunto que pode ser representado normalmente depende da máquina em que o programa está rodando.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float</a:t>
            </a:r>
            <a:r>
              <a:rPr lang="pt-BR" dirty="0"/>
              <a:t>: Número em ponto flutuante de precisão simples. São conhecidos normalmente como números reais.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String</a:t>
            </a:r>
            <a:r>
              <a:rPr lang="pt-BR" dirty="0"/>
              <a:t>: Cadeia de caracteres</a:t>
            </a:r>
          </a:p>
          <a:p>
            <a:pPr fontAlgn="base">
              <a:lnSpc>
                <a:spcPct val="150000"/>
              </a:lnSpc>
            </a:pPr>
            <a:r>
              <a:rPr lang="pt-BR" dirty="0" err="1"/>
              <a:t>Bolean</a:t>
            </a:r>
            <a:r>
              <a:rPr lang="pt-BR" dirty="0"/>
              <a:t>: </a:t>
            </a:r>
            <a:r>
              <a:rPr lang="pt-BR" dirty="0" err="1"/>
              <a:t>True|False</a:t>
            </a:r>
            <a:r>
              <a:rPr lang="pt-BR" dirty="0"/>
              <a:t> =&gt; Verdadeiro Falso</a:t>
            </a:r>
          </a:p>
        </p:txBody>
      </p:sp>
    </p:spTree>
    <p:extLst>
      <p:ext uri="{BB962C8B-B14F-4D97-AF65-F5344CB8AC3E}">
        <p14:creationId xmlns:p14="http://schemas.microsoft.com/office/powerpoint/2010/main" val="312666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 - Tipos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Todo nome deve iniciar com letras e pode conter números;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O caractere "_" é contado como uma letra;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Todo primeiro caractere deve ser sempre uma letra;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Letras maiúsculas e minúsculas são consideradas caracteres diferentes;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Palavras reservadas não podem ser usadas como nome de variáveis.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É boa política escolher nomes que significam alguma coisa e indiquem a função da variável. Por exemplo: valor, soma, total, nome, raio.</a:t>
            </a:r>
          </a:p>
        </p:txBody>
      </p:sp>
    </p:spTree>
    <p:extLst>
      <p:ext uri="{BB962C8B-B14F-4D97-AF65-F5344CB8AC3E}">
        <p14:creationId xmlns:p14="http://schemas.microsoft.com/office/powerpoint/2010/main" val="132888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455" y="365125"/>
            <a:ext cx="8856345" cy="1325880"/>
          </a:xfrm>
        </p:spPr>
        <p:txBody>
          <a:bodyPr/>
          <a:lstStyle/>
          <a:p>
            <a:r>
              <a:rPr lang="pt-BR" altLang="en-US" dirty="0"/>
              <a:t>Variáveis - Tipos</a:t>
            </a:r>
            <a:endParaRPr lang="" altLang="en-US" dirty="0"/>
          </a:p>
        </p:txBody>
      </p:sp>
      <p:pic>
        <p:nvPicPr>
          <p:cNvPr id="4" name="Content Placeholder 3" descr="200px-Unofficial_JavaScript_logo_2.sv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" y="635"/>
            <a:ext cx="1905000" cy="1905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86155" y="2235835"/>
            <a:ext cx="1059434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pt-BR" dirty="0"/>
              <a:t>Todo nome deve iniciar com letras e pode conter números;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O caractere "_" é contado como uma letra;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Todo primeiro caractere deve ser sempre uma letra;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Letras maiúsculas e minúsculas são consideradas caracteres diferentes;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Palavras reservadas não podem ser usadas como nome de variáveis.</a:t>
            </a:r>
          </a:p>
          <a:p>
            <a:pPr fontAlgn="base">
              <a:lnSpc>
                <a:spcPct val="150000"/>
              </a:lnSpc>
            </a:pPr>
            <a:r>
              <a:rPr lang="pt-BR" dirty="0"/>
              <a:t>É boa política escolher nomes que significam alguma coisa e indiquem a função da variável. Por exemplo: valor, soma, total, nome, raio.</a:t>
            </a:r>
          </a:p>
        </p:txBody>
      </p:sp>
    </p:spTree>
    <p:extLst>
      <p:ext uri="{BB962C8B-B14F-4D97-AF65-F5344CB8AC3E}">
        <p14:creationId xmlns:p14="http://schemas.microsoft.com/office/powerpoint/2010/main" val="2064625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81B349CD2D8747817B5F5CFBCEECF2" ma:contentTypeVersion="7" ma:contentTypeDescription="Create a new document." ma:contentTypeScope="" ma:versionID="9c803077b0a140a47741672f0283f1dd">
  <xsd:schema xmlns:xsd="http://www.w3.org/2001/XMLSchema" xmlns:xs="http://www.w3.org/2001/XMLSchema" xmlns:p="http://schemas.microsoft.com/office/2006/metadata/properties" xmlns:ns2="46502939-348e-4b84-a209-52a663b84431" targetNamespace="http://schemas.microsoft.com/office/2006/metadata/properties" ma:root="true" ma:fieldsID="9fd20e6b9208aabfe026c683bb7187fe" ns2:_="">
    <xsd:import namespace="46502939-348e-4b84-a209-52a663b844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502939-348e-4b84-a209-52a663b844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0F2958-F715-4764-82C9-65AB3A4EDC67}"/>
</file>

<file path=customXml/itemProps2.xml><?xml version="1.0" encoding="utf-8"?>
<ds:datastoreItem xmlns:ds="http://schemas.openxmlformats.org/officeDocument/2006/customXml" ds:itemID="{0510CC21-0247-48E3-9E19-668950405F00}"/>
</file>

<file path=customXml/itemProps3.xml><?xml version="1.0" encoding="utf-8"?>
<ds:datastoreItem xmlns:ds="http://schemas.openxmlformats.org/officeDocument/2006/customXml" ds:itemID="{FD235F27-D692-4BB8-A304-981CD3FD87BC}"/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242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Apresentação do PowerPoint</vt:lpstr>
      <vt:lpstr>Variáveis</vt:lpstr>
      <vt:lpstr>Variáveis</vt:lpstr>
      <vt:lpstr>Variáveis - Tipos</vt:lpstr>
      <vt:lpstr>Variáveis - Tipos</vt:lpstr>
      <vt:lpstr>Variáveis - Tipos</vt:lpstr>
      <vt:lpstr>Variáveis - Tipos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edilson</dc:creator>
  <cp:lastModifiedBy>Edilson Silva</cp:lastModifiedBy>
  <cp:revision>6</cp:revision>
  <dcterms:created xsi:type="dcterms:W3CDTF">2019-04-22T02:45:49Z</dcterms:created>
  <dcterms:modified xsi:type="dcterms:W3CDTF">2020-03-27T12:53:53Z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1033-11.1.0.8392</vt:lpwstr>
  </property>
  <property fmtid="{D5CDD505-2E9C-101B-9397-08002B2CF9AE}" pid="3" name="ContentTypeId">
    <vt:lpwstr>0x0101002181B349CD2D8747817B5F5CFBCEECF2</vt:lpwstr>
  </property>
</Properties>
</file>